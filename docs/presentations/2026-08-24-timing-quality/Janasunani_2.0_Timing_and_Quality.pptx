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Two structural facts drive the whole deck. The portal has never read what the citizen wrote. And there is no citizen key, so every row is an island, which is why deduplication on the next slide needs the whole corpus at once.</a:t>
            </a:r>
          </a:p>
          <a:p/>
          <a:p>
            <a:r>
              <a:t>This slide used to carry a closure breakdown. That data now sits on slide 6, where it belongs, because it is the reason the routing model needed a correctness constraint.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9.</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slide exists to set up the next one.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That is one reason the estimate on the next slide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Filed between 2021 and 2025, across 30 districts and 427 blocks.</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Every step an officer took on a case, written as free text.</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Counts only</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The portal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Everything after this slide is about reading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742432"/>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961888"/>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CLOSURE RECORDS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So we tested for speed without losing whether action was taken.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