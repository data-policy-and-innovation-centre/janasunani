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and 7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9.</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PROVENANCE, not yet reflected in the numbers above. A 224-document real-document sample (451 pages, 30 categories, nesting the earlier 92-ticket Sarvam sample by ticket id) is staged for Sambalpur 2024, the slice the duplicate index was built on. Re-running the latency harness (feat/benchmark-real-documents, load_staged_documents) against it was deliberately deferred to avoid CPU contention with a concurrent Sarvam evaluation; the n=20 synthetic-fixture numbers above are unchanged pending that run.</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ROW 3, THE OUTCOME MODEL. Design of record is docs/experiments/routing-outcome-model.tex, 42 pages. It asks a different question from the rows above: not where a grievance was sent, but whether sending it elsewhere would have closed it faster without losing whether action was taken.</a:t>
            </a:r>
          </a:p>
          <a:p>
            <a:r>
              <a:t>  Treatment is the department and the complete role chain chosen together at assignment, the intention to route. Outcome is days to closure capped at 365, with inverse-probability censoring weights so cases still open at the snapshot do not silently drop out. Two estimators are reported separately: a direct outcome model and an augmented, doubly-robust one.</a:t>
            </a:r>
          </a:p>
          <a:p>
            <a:r>
              <a:t>  Result: validation 2024 gave +26.77 days (SE 4.04). The untouched 2025 test year gave -2.35 (SE 3.50). No routing gain is established and no recommendation is published.</a:t>
            </a:r>
          </a:p>
          <a:p>
            <a:r>
              <a:t>  Why it failed, if pushed. Positivity breaks: on the test year only 15.6% of cases have the recommended route anywhere in observed support, and effective sample size falls to 7% of n, so the direct estimator is extrapolating into empty cells. The design document also states plainly that its no-interference assumption 'in a queueing system is false' — route everyone to the fast office and it stops being fast. Unconfoundedness is invoked on an information set smaller than the officer's, missing congestion and trailing destination performance. And the test year is a seven-month window being asked about a 365-day outcome, so replication and truncation cannot be separated.</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And any routing time saving: an estimated 11 to 23 day gain held on validation 2024 and failed on the untouched 2025 test year at -2.35 days against a standard error of 3.50. Withdrawn 23 August, commits 879c24c and 365e3b4.</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That is one reason the estimate on the next slide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Say: on 2024 the two estimators land 2.3 days apart. On 2025 they land 33 apart. Same code, same pipeline, one year later. When a direct and a doubly-robust estimator diverge like that, the divergence measures missing overlap. It is not a choice between two answers.</a:t>
            </a:r>
          </a:p>
          <a:p/>
          <a:p>
            <a:r>
              <a:t>SOURCES, live 19 August refit. ope_val_ridge.json (n=450,567) and ope_test_ridge.json (n=113,535), both under outputs/experiments/routing_outcome/. Row 1 is delta_direct, 24.50 and 30.53. Row 2 is delta_dr, 26.77 (SE 4.04) and -2.35 (SE 3.50). Row 3 is the historical arm, where v_dr is the observed IPCW mean and v_direct is the model's prediction of it: 97.84 against 93.22 on validation, 108.69 against 49.74 on test. Row 4 is overlap.match_rate, 0.380 and 0.156. Row 5 is censoring_rate_of_split, 0.092 and 0.344.</a:t>
            </a:r>
          </a:p>
          <a:p/>
          <a:p>
            <a:r>
              <a:t>DO NOT USE routing-outcome-ope-val-ridge-2026-08-13.json. Its validation match rate of 0.536 and its +20.1 belong to the withdrawn run and it sits in docs/experiments/superseded/. Quoting it to dramatise the collapse re-cites the thing we retracted.</a:t>
            </a:r>
          </a:p>
          <a:p/>
          <a:p>
            <a:r>
              <a:t>'So which estimator do you believe?' Neither, on the test year. The direct one extrapolates into cells where the recommended route was never taken, and row 3 shows it is 118% wrong on the one arm we can check. The doubly-robust one down-weights those cells, leaving an effective sample of 7% of n. The honest statement is that the test year cannot answer the question.</a:t>
            </a:r>
          </a:p>
          <a:p/>
          <a:p>
            <a:r>
              <a:t>'Is this replication failure or truncation?' They cannot be separated in this design. The snapshot is 2025-07-30, so the cohort has at most seven months against a 365-day outcome and censoring runs 3.1%, 9.2%, 34.4%. Answering it needs a later snapshot, not a better estimator.</a:t>
            </a:r>
          </a:p>
          <a:p/>
          <a:p>
            <a:r>
              <a:t>'What about a different outcome model?' Boosting instead of ridge gives 12.40 on validation against ridge's 26.77, and 0.15 on test against -2.35. The two families disagree by a factor of two on the year that looked positive and agree on zero for the year that did not. The validation gain was never stable either.</a:t>
            </a:r>
          </a:p>
          <a:p/>
          <a:p>
            <a:r>
              <a:t>Only if pushed further:</a:t>
            </a:r>
          </a:p>
          <a:p>
            <a:r>
              <a:t>- No interference is assumed, and the design document says that assumption 'in a queueing system is false'. Route everyone to the fast office and it stops being fast. That bounds any future version of this exercise.</a:t>
            </a:r>
          </a:p>
          <a:p>
            <a:r>
              <a:t>- Unconfoundedness is invoked on less information than the assigning officer had. Congestion and trailing destination performance are absent from the covariates.</a:t>
            </a:r>
          </a:p>
          <a:p>
            <a:r>
              <a:t>- Treatment provenance is unresolved. dept_id and vchAllEscUser may record final state rather than the initial assignment.</a:t>
            </a:r>
          </a:p>
          <a:p/>
          <a:p>
            <a:r>
              <a:t>WITHDRAWN, do not use: any routing time saving, including the 11 to 23 day band. Do not present it as conservative, provisional or pending. There is no estimate.</a:t>
            </a:r>
          </a:p>
          <a:p/>
          <a:p>
            <a:r>
              <a:t>What we are NOT saying: that routing gains do not exist. We are saying this design on this data cannot detect one.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HOUSE RULE, janasunani/analytics/README.md. An insight is something the record already contained and nobody had queried. A capability is something no existing dashboard could produce. Presenting the first as the second is the failure mode, ROADMAP section 5.3. All three items on this slide are capabilities: none is a query an analyst with database access could run against the existing dashboards in a day.</a:t>
            </a:r>
          </a:p>
          <a:p/>
          <a:p>
            <a:r>
              <a:t>ITEM 1, workload. 55,544 filings in Sambalpur 2024 are 10,963 distinct problems from 8,560 citizens. docs/PERFORMANCE.md section 4, production run on the deployment CPU box: ~57 minutes on 2 vCPU, 16,138,623 comparison pairs. Re-run attempted locally on this branch (janasunani-publish-workload): the only dedup index reachable outside the deployment box is a 20-ticket local smoke-test population, which verifies the digest-guard plumbing end to end (20 filings, 14 distinct, source_snapshot_id checked) but is not the governed slice, and its numbers are not quoted here.</a:t>
            </a:r>
          </a:p>
          <a:p/>
          <a:p>
            <a:r>
              <a:t>ITEM 2, spike. A campaign is not a false spike. Spike detection must not run on de-duplicated counts, and every spike is reported as three numbers, filings / distinct problems / distinct citizens, never collapsed to one. outputs/findings/spike.md still reads NULL, status 'pending dedup index': that is a hardcoded literal in analytics/sql/spike.sql (the spike_decomposition view), not a live check, so it reads the same whether or not a dedup index exists. The dedup-aware path that does compute real numbers (compute_spike_with_dedup, --publish-aggregates) runs, but is not scoped to a district/year before it picks its top candidate: on this branch it decomposed a Bargarh 2023 spike against a Sambalpur 2024-scoped dedup index and silently returned no reduction at all (filings = distinct problems = distinct citizens). Filed as tech debt, not fixed on this branch.</a:t>
            </a:r>
          </a:p>
          <a:p/>
          <a:p>
            <a:r>
              <a:t>ITEM 3, themes. janasunani-publish-themes crashed on this slice, ColumnNotFoundError 'filings', because render_markdown assumed the full theme schema and the 'too few rows in this category' early-exit path returns a different one. Fixed on this branch (tests/test_themes.py adds coverage for both early-exit shapes). It now reports 'No themes computed (insufficient data for themes)' for Housing, Sambalpur 2024, honestly, given only 20 locally-available redacted records rather than crashing.</a:t>
            </a:r>
          </a:p>
          <a:p/>
          <a:p>
            <a:r>
              <a:t>PROVENANCE DISCIPLINE. janasunani/serving/intelligence.py reports each dashboard panel as Recorded or Unavailable with a stated reason, never as a silent zero (tests/test_intelligence.py). Marts are portable SQL handed to the department to run for themselves (janasunani/analytics/marts.py). Findings emit aggregates only, never a row of citizen writing (janasunani/analytics/README.md house rules).</a:t>
            </a:r>
          </a:p>
          <a:p/>
          <a:p>
            <a:r>
              <a:t>FOR CONTEXT IF ASKED. Closure ladder: 472,782 of 776,922 disposed with no action claimed (docs/FINDINGS.md), against 1,209,144 total resolved complaints. Confirmed duplicates, the manual-process baseline: 37,299 officer-confirmed action rows, 21,117 already-taken-up plus 16,182 duplicate-copy (docs/PERFORMANCE.md section 4). The MinHash increment is reported separately and is never merged into that baseline. An earlier mart run mis-quoted 18,432 duplicates from a template-matching defect; docs/PERFORMANCE.md says explicitly not to quote it, and this deck does not.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record has never been read</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Deduplication needs every record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742432"/>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961888"/>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
        <p:nvSpPr>
          <p:cNvPr id="20" name="TextBox 19"/>
          <p:cNvSpPr txBox="1"/>
          <p:nvPr/>
        </p:nvSpPr>
        <p:spPr>
          <a:xfrm>
            <a:off x="640080" y="6199632"/>
            <a:ext cx="10881360" cy="201168"/>
          </a:xfrm>
          <a:prstGeom prst="rect">
            <a:avLst/>
          </a:prstGeom>
          <a:noFill/>
        </p:spPr>
        <p:txBody>
          <a:bodyPr wrap="square" lIns="0" rIns="0" tIns="0" bIns="0">
            <a:spAutoFit/>
          </a:bodyPr>
          <a:lstStyle/>
          <a:p>
            <a:pPr algn="l"/>
            <a:r>
              <a:rPr sz="1100" b="0" i="1">
                <a:solidFill>
                  <a:srgbClr val="6C6E76"/>
                </a:solidFill>
                <a:latin typeface="Calibri"/>
              </a:rPr>
              <a:t>Document measurements are one draw, Sambalpur 2024, the slice the duplicate index was built on. Categorisation, triage and routing are measured on text and records, not documents.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is learned from history</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Closing a case costs nothing</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BE FASTER?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estimate did not survive the second year</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So we tested for speed without losing whether action was taken.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Outcome model alone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Doubly robust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Error predicting the routes actually used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Suggested route has precedent in that category and district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Still open when the data was cut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34%</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We withdrew the estimate. No routing gain is established.</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Positive means the suggested route closed faster. The direct estimator reports no standard error.</a:t>
            </a:r>
          </a:p>
        </p:txBody>
      </p:sp>
      <p:sp>
        <p:nvSpPr>
          <p:cNvPr id="19" name="TextBox 18"/>
          <p:cNvSpPr txBox="1"/>
          <p:nvPr/>
        </p:nvSpPr>
        <p:spPr>
          <a:xfrm>
            <a:off x="640080" y="5614416"/>
            <a:ext cx="10881360" cy="237744"/>
          </a:xfrm>
          <a:prstGeom prst="rect">
            <a:avLst/>
          </a:prstGeom>
          <a:noFill/>
        </p:spPr>
        <p:txBody>
          <a:bodyPr wrap="square" lIns="0" rIns="0" tIns="0" bIns="0">
            <a:spAutoFit/>
          </a:bodyPr>
          <a:lstStyle/>
          <a:p>
            <a:pPr algn="l"/>
            <a:r>
              <a:rPr sz="1200" b="0" i="1">
                <a:solidFill>
                  <a:srgbClr val="6C6E76"/>
                </a:solidFill>
                <a:latin typeface="Calibri"/>
              </a:rPr>
              <a:t>The 2025 data stops seven months in. The outcome is measured at 365 days.</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Two estimators on the same data disagreed by 33 days. The disagreement is the finding.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THE RECORD CAN NOW BE ASKED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dashboards count filings, not problems</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Duplicate-adjusted workload.</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55,544 filings in the slice are 10,963 distinct problems from 8,560 citizens. The portal reports the first number.</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A spike with the cause attached.</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Every spike carries filings, distinct problems and distinct citizens. Four hundred citizens on one road and two hundred unrelated problems look identical in a count.</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Local issue themes.</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Grouped by what complaints are about rather than the category assigned at intake. Concentrated in one place and rising is the alert worth acting on.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If an analyst with database access could produce a number in a day, we do not present it as something the system enables.</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