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How it works, how fast it runs, and how good it is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one question asked of them</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One grievance, or all of them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fast, and how good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not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78% of marked items found</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13 of 13</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the top three, 91%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8 of 26 usable as they stand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the top three, 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a scanned document, n=20. Quality figures come from held-out test sets. Sample sizes vary by stage and are in the notes.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